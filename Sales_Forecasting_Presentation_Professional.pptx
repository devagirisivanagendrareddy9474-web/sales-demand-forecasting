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85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7772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Sales &amp; Demand Forecasting for Businesses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77724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Internship Project</a:t>
            </a:r>
            <a:br/>
            <a:r>
              <a:t>Prepared by: Devagiri Siva Nagendra Reddy</a:t>
            </a:r>
            <a:br/>
            <a:r>
              <a:t>Using Machine Learning for Business Forecasting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6C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7772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77724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Businesses need accurate sales forecasts to optimize inventory, reduce costs, and improve decision-making. This project predicts future sales using historical data.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808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7772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Dataset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77724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• Historical sales records</a:t>
            </a:r>
            <a:br/>
            <a:r>
              <a:t>• Order Date and Sales columns</a:t>
            </a:r>
            <a:br/>
            <a:r>
              <a:t>• Time-series sales analysis</a:t>
            </a:r>
            <a:br/>
            <a:r>
              <a:t>• Data used to identify trends and patterns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A1B9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7772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Data Cleaning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77724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• Removed missing values</a:t>
            </a:r>
            <a:br/>
            <a:r>
              <a:t>• Converted date formats</a:t>
            </a:r>
            <a:br/>
            <a:r>
              <a:t>• Verified data consistency</a:t>
            </a:r>
            <a:br/>
            <a:r>
              <a:t>• Prepared dataset for modeling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6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7772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Feature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77724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• Extracted Year, Month, Day</a:t>
            </a:r>
            <a:br/>
            <a:r>
              <a:t>• Created time-based features</a:t>
            </a:r>
            <a:br/>
            <a:r>
              <a:t>• Improved forecasting capability</a:t>
            </a:r>
            <a:br/>
            <a:r>
              <a:t>• Enabled trend analysis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65C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7772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Forecasting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77724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Linear Regression Model</a:t>
            </a:r>
            <a:br/>
            <a:br/>
            <a:r>
              <a:t>Benefits:</a:t>
            </a:r>
            <a:br/>
            <a:r>
              <a:t>• Simple and interpretable</a:t>
            </a:r>
            <a:br/>
            <a:r>
              <a:t>• Captures sales trends</a:t>
            </a:r>
            <a:br/>
            <a:r>
              <a:t>• Generates future predictions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8359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7772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Forecast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77724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The graph below shows historical sales and forecasted future sales generated by the model.</a:t>
            </a:r>
          </a:p>
        </p:txBody>
      </p:sp>
      <p:pic>
        <p:nvPicPr>
          <p:cNvPr id="4" name="Picture 3" descr="forecast_graph (1)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0"/>
            <a:ext cx="7132320" cy="380297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7772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Business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77724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• Sales show an overall upward trend</a:t>
            </a:r>
            <a:br/>
            <a:r>
              <a:t>• Better inventory planning</a:t>
            </a:r>
            <a:br/>
            <a:r>
              <a:t>• Improved resource allocation</a:t>
            </a:r>
            <a:br/>
            <a:r>
              <a:t>• Supports strategic business decisions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7474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7772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77724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The project successfully forecasted future sales and provided actionable insights for business growth and planning.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